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6f9d286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6f9d286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66f9d286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66f9d286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66f9d286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66f9d286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6f9d286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66f9d286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66f9d286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66f9d286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66f9d286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66f9d286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66f9d286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66f9d286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6f9d286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66f9d286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66f9d286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66f9d286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66f9d286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66f9d286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6f9d286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66f9d286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66f9d286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66f9d286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6f9d286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66f9d286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66f9d286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66f9d286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66f9d286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66f9d286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66f9d286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66f9d286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66f9d286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66f9d286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Prática - Criando o Esquema do Projeto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 entreguem a prática de hoje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zip com o nome completo do aluno em Pascal case.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Deve compilar!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Dependências Necessárias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Data JPA;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H2 Database.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Configurando o Banco em Memória (YAML)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Datasource Configuration (in-memory)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spring.datasource.url=jdbc:h2:mem:testdb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spring.datasource.driver-class-name=org.h2.Driver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spring.datasource.username=sa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spring.datasource.password=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spring.jpa.database-platform=org.hibernate.dialect.H2Dialect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H2 Console: Nossa Janela para o Banco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Ativando o console web;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 H2 Console Configuration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spring.h2.console.enabled=true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spring.h2.console.path=/h2-console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Estratégia ddl-auto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</a:t>
            </a:r>
            <a:r>
              <a:rPr lang="en"/>
              <a:t>pring.jpa.hibernate.ddl-auto=none, update, create, create-drop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Criando o Pacote de Entidades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br.com.projeto.models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br.com.projeto.entities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Implementando a Entidade Principal (Ex: Produto)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Revisitando @Entity e @Id.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Refinando com @Column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Nome não nulo;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Código de barras único.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Log do Hibernate: Espionando o SQL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show-sql: true;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format_sql: true.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Rodando a Aplicação pela Primeira Vez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 o log mostrar "HikariPool-1 - Starting", a conexão com o banco foi estabelecida com sucesso.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Acessando o H2 Console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URL JDBC;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Login e Senha.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Validando o Esquema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Comando SELECT * FROM...;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Verificando tipos de colunas.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Adicionando Enums ao Projeto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Crie um enum Categoria;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@Enumerated(EnumType.STRING)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 Comum: Mudança de Estrutura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 que acontece se eu mudar o nome de um atributo?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 no Banco de Dados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Usando LocalDateTime para "data de criação".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Verificando </a:t>
            </a:r>
            <a:r>
              <a:rPr lang="en"/>
              <a:t>as Restrições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Tente adicionar dois produtos com o mesmo código de barras.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Persistindo o db realmente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spring.datasource.url=jdbc:h2:file:~/data/meudb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